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402d4dec594e77" /><Relationship Type="http://schemas.openxmlformats.org/officeDocument/2006/relationships/extended-properties" Target="/docProps/app.xml" Id="Re8db8bf80bf940de" /><Relationship Type="http://schemas.openxmlformats.org/officeDocument/2006/relationships/officeDocument" Target="/ppt/presentation.xml" Id="R997de3ed580949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696629af37437c"/>
  </p:sldMasterIdLst>
  <p:notesMasterIdLst>
    <p:notesMasterId xmlns:r="http://schemas.openxmlformats.org/officeDocument/2006/relationships" r:id="R1fd12915f0aa496f"/>
  </p:notesMasterIdLst>
  <p:sldIdLst>
    <p:sldId xmlns:r="http://schemas.openxmlformats.org/officeDocument/2006/relationships" id="256" r:id="R8fa8869b39d34e20"/>
    <p:sldId xmlns:r="http://schemas.openxmlformats.org/officeDocument/2006/relationships" id="257" r:id="R24756217f90443dc"/>
    <p:sldId xmlns:r="http://schemas.openxmlformats.org/officeDocument/2006/relationships" id="258" r:id="Rd4c6c98783854c94"/>
    <p:sldId xmlns:r="http://schemas.openxmlformats.org/officeDocument/2006/relationships" id="259" r:id="R6e561d55ba4d4bf9"/>
    <p:sldId xmlns:r="http://schemas.openxmlformats.org/officeDocument/2006/relationships" id="260" r:id="Re4765c1bf32443d5"/>
    <p:sldId xmlns:r="http://schemas.openxmlformats.org/officeDocument/2006/relationships" id="261" r:id="R284f471de7f4487f"/>
    <p:sldId xmlns:r="http://schemas.openxmlformats.org/officeDocument/2006/relationships" id="262" r:id="Rc11e3ddd39a04e01"/>
    <p:sldId xmlns:r="http://schemas.openxmlformats.org/officeDocument/2006/relationships" id="263" r:id="R3d64422dfa9649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c60a4e8f9f4eaa" /><Relationship Type="http://schemas.openxmlformats.org/officeDocument/2006/relationships/slideMaster" Target="/ppt/slideMasters/slideMaster1.xml" Id="R0f696629af37437c" /><Relationship Type="http://schemas.openxmlformats.org/officeDocument/2006/relationships/notesMaster" Target="/ppt/notesMasters/notesMaster1.xml" Id="R1fd12915f0aa496f" /><Relationship Type="http://schemas.openxmlformats.org/officeDocument/2006/relationships/presProps" Target="/ppt/presProps.xml" Id="R539f83d19e26407e" /><Relationship Type="http://schemas.openxmlformats.org/officeDocument/2006/relationships/tableStyles" Target="/ppt/tableStyles.xml" Id="Rb3d508ce59fd4518" /><Relationship Type="http://schemas.openxmlformats.org/officeDocument/2006/relationships/slide" Target="/ppt/slides/slide1.xml" Id="R8fa8869b39d34e20" /><Relationship Type="http://schemas.openxmlformats.org/officeDocument/2006/relationships/slide" Target="/ppt/slides/slide2.xml" Id="R24756217f90443dc" /><Relationship Type="http://schemas.openxmlformats.org/officeDocument/2006/relationships/slide" Target="/ppt/slides/slide3.xml" Id="Rd4c6c98783854c94" /><Relationship Type="http://schemas.openxmlformats.org/officeDocument/2006/relationships/slide" Target="/ppt/slides/slide4.xml" Id="R6e561d55ba4d4bf9" /><Relationship Type="http://schemas.openxmlformats.org/officeDocument/2006/relationships/slide" Target="/ppt/slides/slide5.xml" Id="Re4765c1bf32443d5" /><Relationship Type="http://schemas.openxmlformats.org/officeDocument/2006/relationships/slide" Target="/ppt/slides/slide6.xml" Id="R284f471de7f4487f" /><Relationship Type="http://schemas.openxmlformats.org/officeDocument/2006/relationships/slide" Target="/ppt/slides/slide7.xml" Id="Rc11e3ddd39a04e01" /><Relationship Type="http://schemas.openxmlformats.org/officeDocument/2006/relationships/slide" Target="/ppt/slides/slide8.xml" Id="R3d64422dfa9649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cf20696d3444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6db339d8e4d64" /><Relationship Type="http://schemas.openxmlformats.org/officeDocument/2006/relationships/notesMaster" Target="/ppt/notesMasters/notesMaster1.xml" Id="R8dd2d05feae347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0fa24318b24f9a" /><Relationship Type="http://schemas.openxmlformats.org/officeDocument/2006/relationships/notesMaster" Target="/ppt/notesMasters/notesMaster1.xml" Id="R6b8852a9dddb41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24ddc333eb45b1" /><Relationship Type="http://schemas.openxmlformats.org/officeDocument/2006/relationships/notesMaster" Target="/ppt/notesMasters/notesMaster1.xml" Id="R09c4bfef542e4c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7cd0d5f0fb43f3" /><Relationship Type="http://schemas.openxmlformats.org/officeDocument/2006/relationships/notesMaster" Target="/ppt/notesMasters/notesMaster1.xml" Id="R8593beef30fd4b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f8ab17fa324f2d" /><Relationship Type="http://schemas.openxmlformats.org/officeDocument/2006/relationships/notesMaster" Target="/ppt/notesMasters/notesMaster1.xml" Id="Rb0469f7c70304c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141c56695a4e84" /><Relationship Type="http://schemas.openxmlformats.org/officeDocument/2006/relationships/notesMaster" Target="/ppt/notesMasters/notesMaster1.xml" Id="R1b70a84a7e444b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66d82d312d4670" /><Relationship Type="http://schemas.openxmlformats.org/officeDocument/2006/relationships/notesMaster" Target="/ppt/notesMasters/notesMaster1.xml" Id="Rc06b633a5a824e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a91e8255ec416d" /><Relationship Type="http://schemas.openxmlformats.org/officeDocument/2006/relationships/notesMaster" Target="/ppt/notesMasters/notesMaster1.xml" Id="R824428e93ad14b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35–40 секунд. Представиться и назвать команду. Коротко: мы собрали работающий MVP, который из пользовательских ограничений формирует меню, считает корзину и проверяет результат. На слайде пока указаны имя и GitHub Максима и Риты; заменить на полные ФИО перед защитой.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около 55 секунд. Фильтры умеют найти подходящие рецепты, но не составляют связный план и не используют содержательный feedback. Поэтому LLM выбирает и пересматривает меню. Стоимость, единицы, бюджет и итоговая валидность остаются в Python. Это ключевой ответ на вопрос «зачем здесь LLM».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Максим, около 65 секунд. Данные подготовлены заранее: 150 рецептов, 503 нормализованных ингредиента и 503 демонстрационные цены. Поиск применяет жёсткие ограничения по диете и времени и передаёт планировщику только допустимые ID. Сразу назвать ограничение: CU — условные единицы, а часть исходных количеств обозначена как pcs. Источник данных: https://www.kaggle.com/datasets/shuyangli94/food-com-recipes-and-user-interactions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Рита, около 65 секунд. Планировщик получает только ID кандидатов и возвращает строгий JSON. Pydantic проверяет схему и отклоняет неизвестные рецепты. При плохом JSON есть одна повторная попытка, при недоступном API — безопасный fallback из кандидатов. Важно: planner не считает стоимость и не определяет valid.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Александра, около 70 секунд. Calculator масштабирует ингредиенты на число людей, суммирует их, вычитает pantry и применяет цену. Validator проверяет бюджет, диету, неизвестные цены и единицы. Critic получает уже вычисленные нарушения и объясняет, как исправить выбор. Он не может изменить total_cost, корзину или valid. Неизвестная цена не маскируется нулём: total_cost становится null.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около 65 секунд. Пройти слева направо: запрос, поиск, planner, Python validator, интерфейс. Если есть нарушения, critic формирует feedback и planner делает одну повторную попытку. LangGraph для такого короткого цикла не даёт практической пользы. Он станет уместен при нескольких ветвях, долгих процессах или сохранении состояния между сессиями.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Демо, около 3 минут. Анастасия задаёт параметры и запускает. Максим кратко показывает каталог и найденных кандидатов. Рита показывает 6 выбранных блюд и поясняет planner. Александра показывает корзину, стоимость и Python-проверку. Затем поставить бюджет 0 CU, снова запустить и раскрыть историю попыток: violation over_budget, реальный ответ critic и feedback для второй попытки. Не показывать .env, AI Studio и API-ключ.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45–50 секунд. MVP проверен 91 тестом, Docker healthcheck проходит, live Gemini проверен, репозиторий публичный. Ограничения данных названы открыто. К final defense подключим реальные цены, формальную оценку качества меню и деплой с наблюдаемостью. Источники: https://github.com/asastyy/smart-grocery-agents и https://github.com/AlgazinovAleksandr/LLM-Agents-Course/blob/main/GROUP_PROJECT.md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042c8116e44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8964e5cb74c9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31bc3fb9741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dda31b0dcd4a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4a79cd9d146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4a1497942444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A165B7-1F10-4E57-AB10-B9077A93E6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F0DE9A-B98C-4B06-B5D3-830B18013C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E25B366-D5CB-4132-AFF5-8005D40B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28B096F-11ED-4500-84A0-2ACCA11D8E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33B137-BC8F-435E-BFE4-108830DEE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C1EF28-1E69-4151-AAA0-BEF9FF4977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D0EBD8-2809-461E-8011-28087B98C3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28E530B-5389-44CE-8ACE-EE7215C277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9EE0A8-9FEE-4DAD-B7B4-F5E36FB461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FA7ADDA-CF5D-4B88-8E58-94C9871C1C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66ea9377014d9b" /><Relationship Type="http://schemas.openxmlformats.org/officeDocument/2006/relationships/slideLayout" Target="/ppt/slideLayouts/slideLayout1.xml" Id="Rf551ab4ccd1a407f" /><Relationship Type="http://schemas.openxmlformats.org/officeDocument/2006/relationships/slideLayout" Target="/ppt/slideLayouts/slideLayout2.xml" Id="R9731a73714e94977" /><Relationship Type="http://schemas.openxmlformats.org/officeDocument/2006/relationships/slideLayout" Target="/ppt/slideLayouts/slideLayout3.xml" Id="R126ae5ebea7247dc" /><Relationship Type="http://schemas.openxmlformats.org/officeDocument/2006/relationships/slideLayout" Target="/ppt/slideLayouts/slideLayout4.xml" Id="R271a8eb0239643e6" /><Relationship Type="http://schemas.openxmlformats.org/officeDocument/2006/relationships/slideLayout" Target="/ppt/slideLayouts/slideLayout5.xml" Id="R43ea08c1addb4414" /><Relationship Type="http://schemas.openxmlformats.org/officeDocument/2006/relationships/slideLayout" Target="/ppt/slideLayouts/slideLayout6.xml" Id="R0427149cfcb14e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51ab4ccd1a407f"/>
    <p:sldLayoutId xmlns:r="http://schemas.openxmlformats.org/officeDocument/2006/relationships" id="2147483650" r:id="R9731a73714e94977"/>
    <p:sldLayoutId xmlns:r="http://schemas.openxmlformats.org/officeDocument/2006/relationships" id="2147483651" r:id="R126ae5ebea7247dc"/>
    <p:sldLayoutId xmlns:r="http://schemas.openxmlformats.org/officeDocument/2006/relationships" id="2147483652" r:id="R271a8eb0239643e6"/>
    <p:sldLayoutId xmlns:r="http://schemas.openxmlformats.org/officeDocument/2006/relationships" id="2147483653" r:id="R43ea08c1addb4414"/>
    <p:sldLayoutId xmlns:r="http://schemas.openxmlformats.org/officeDocument/2006/relationships" id="2147483654" r:id="R0427149cfcb14e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050f3a2794208" /><Relationship Type="http://schemas.openxmlformats.org/officeDocument/2006/relationships/image" Target="/ppt/media/image.jpeg" Id="R4c3354ffa91b4228" /><Relationship Type="http://schemas.openxmlformats.org/officeDocument/2006/relationships/notesSlide" Target="/ppt/notesSlides/notesSlide1.xml" Id="R524d923472a84a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03c63ffc264681" /><Relationship Type="http://schemas.openxmlformats.org/officeDocument/2006/relationships/notesSlide" Target="/ppt/notesSlides/notesSlide2.xml" Id="Rafc2d89316d948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116fbab2df4163" /><Relationship Type="http://schemas.openxmlformats.org/officeDocument/2006/relationships/notesSlide" Target="/ppt/notesSlides/notesSlide3.xml" Id="Rb46b59285ddd47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f55234cbd48e4" /><Relationship Type="http://schemas.openxmlformats.org/officeDocument/2006/relationships/notesSlide" Target="/ppt/notesSlides/notesSlide4.xml" Id="Rb03263cd225c45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025115f38c47ea" /><Relationship Type="http://schemas.openxmlformats.org/officeDocument/2006/relationships/notesSlide" Target="/ppt/notesSlides/notesSlide5.xml" Id="Rc949a98693154e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278b337f134983" /><Relationship Type="http://schemas.openxmlformats.org/officeDocument/2006/relationships/notesSlide" Target="/ppt/notesSlides/notesSlide6.xml" Id="Ree6e36f8e72445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31b601247e47e9" /><Relationship Type="http://schemas.openxmlformats.org/officeDocument/2006/relationships/image" Target="/ppt/media/image2.jpeg" Id="R40e8ab8c993040ca" /><Relationship Type="http://schemas.openxmlformats.org/officeDocument/2006/relationships/notesSlide" Target="/ppt/notesSlides/notesSlide7.xml" Id="Rc167d3da59c441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ff81c10a2846d4" /><Relationship Type="http://schemas.openxmlformats.org/officeDocument/2006/relationships/notesSlide" Target="/ppt/notesSlides/notesSlide8.xml" Id="R3cdd5f73d1fb47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B1CD2-19CE-4FBD-A1AE-BAE9FC96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1FC7F-56D6-4610-8C42-93CB086C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2400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A8A9B-7CED-4D57-AF6F-52EB9DB2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"/>
            <a:ext cx="2171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ЗАЩИТА ПРОЕКТА · 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965E0-84BB-4FEA-BD63-65EFFCCA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572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0000"/>
              </a:lnSpc>
              <a:buNone/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Smart Grocery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Agents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84791-6750-40CE-B8E7-F0C88DBB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90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Меню и корзина по запасам, бюджету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и ограничениям питания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6DE72-62CC-437E-8839-5F72506B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0B208-6025-44C0-A1DB-A6372412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5572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Анастасия Сергеева · @asastyy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Александра Федорова · @fedorova-av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Максим · @jeweller9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Рита · @marritau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023B6-A5C9-47A4-AAE2-FFD027F2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0050"/>
            <a:ext cx="3124200" cy="60579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E5D14-92D5-412C-93D6-5CC4063314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354ffa91b4228"/>
          <a:srcRect xmlns:a="http://schemas.openxmlformats.org/drawingml/2006/main" l="0" t="2000" r="0" b="2000"/>
          <a:stretch xmlns:a="http://schemas.openxmlformats.org/drawingml/2006/main"/>
        </p:blipFill>
        <p:spPr>
          <a:xfrm xmlns:a="http://schemas.openxmlformats.org/drawingml/2006/main">
            <a:off x="8096250" y="552450"/>
            <a:ext cx="2857500" cy="57531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353344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BF8362-4EB2-4BD6-B7A2-091612D67565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6191250" y="3657600"/>
            <a:ext cx="1333500" cy="838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B18C81-C5AD-4DB8-95FB-9818DB4CA3A3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191250" y="2952750"/>
            <a:ext cx="1333500" cy="704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CBD5E1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BD4570-2A08-41FC-8F4E-7D13BC7F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1 · ПРОБЛЕМА И ПОЛЬЗОВАТЕЛЬ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536B01-010A-426E-8128-559D3109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Один запрос — пять ограничений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36414-B4D3-43C1-A39E-CFBDEBA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Человеку трудно вручную совместить их в связное меню на несколько дней.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5C424-32DC-4120-B617-731E3F13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243D60-3817-4D75-9D99-F4434842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Запасы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BFFC-982B-4E48-A760-C29B4844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что уже есть дома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22D53-8306-4893-A185-1BD791E8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1B680-2E32-4ADA-86E1-5E17745F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Бюджет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37FC9-8171-494D-AC29-33ACF74B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765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можно потратить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B4010-736A-4865-93F4-F645047A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D7367-964F-4105-870D-3888D8C6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Диета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F8F80-F9CD-4C0A-BE7D-5ED65AA7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95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что допустимо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0A1FC-EFEC-41D3-ACF5-B85CCC50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3FB565-D5A6-4409-A3ED-D4BDE7C7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Время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98C2C1-C1B9-44BB-8781-592250E6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624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готовить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D7EC3-E3B3-4958-AB28-4D6CE989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9BAD57-7A08-43AF-8AE4-56E3C1D6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Люди и дни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927BB-5DEE-48DE-A5D7-A7CCDABF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054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порций нужно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A9646-2BA6-4FC3-A27C-B8381897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381250"/>
            <a:ext cx="195262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DE899C-FBBB-4818-AE9D-A8E75A65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514600"/>
            <a:ext cx="1685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FA741-D112-4569-92F9-67BD028D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838450"/>
            <a:ext cx="17240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отсекает неподходящее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6BFA01-02B6-4947-B509-AEDF9C0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924300"/>
            <a:ext cx="195262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E0EB3E-A045-4113-A5AD-B9E28A48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1685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1A4D3E-DDE7-4419-864B-990E7C69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381500"/>
            <a:ext cx="17240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собирает и пересматривает меню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160652-1820-41C6-9102-B06B5AA9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0350"/>
            <a:ext cx="3238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889EFF-20BE-4E28-A19C-FF1BC2F7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337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Меню + корзина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16C7FD-C431-479E-A8CC-12B13667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57550"/>
            <a:ext cx="3009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приёмов пищи, стоимость, проверка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4B2135-C217-48AB-A3EF-36C522DD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72050"/>
            <a:ext cx="19526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6A9847-9B48-45C6-8A12-5E1E14AB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19675"/>
            <a:ext cx="17240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Python считает факты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0E6C20-F633-4CDE-B95F-7110C8E4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72050"/>
            <a:ext cx="2066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0FCC0F-B6A9-4F56-8275-23187D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019675"/>
            <a:ext cx="18383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Модель составляет меню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A72FC1-B248-4EBC-9BA1-490D6DE4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Анастасия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7B3BBD-219C-4A96-BFCB-860E7833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92480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D7BA02-813C-426B-9BA3-E38B12B4849F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49630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0877D-4889-409F-8904-8DDB6F94A23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69595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D774DE-CCEA-41ED-BB2D-53B1D4CEA9B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89560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F03936-DC3F-438C-AEF0-7FF0925E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2 · ДАННЫЕ И ПОИСК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7192F-6EF8-4FA8-BBCC-DFACA7AD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Сначала сужаем пространство выбора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C4DF0-46BC-4CAB-AF28-9B450CB7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Модель получает только проверенный набор кандидатов, а не весь каталог.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82612-4A16-4128-9AB7-CC59899E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150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98549-6CAF-423D-8795-6D78ADF5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рецептов Food.com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50C52-9554-4F8A-8346-A5F8C34A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8AE52-B920-445D-8AA4-07972F7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ингредиента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729D2-2386-47B5-BD54-A4397FC6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58F40-66FB-483E-8C0C-851363DA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демо-цены в CU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03AAD-3DC6-4D20-AD23-196F081D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61397-6C88-47AE-962A-C03C6F0D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Нормализация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2A0D5-6EF2-488E-A97F-E4105FF8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единые названия и единицы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6118AE-3AC3-4852-9375-3201FD47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F9EC1-0692-4780-9A0A-881F1095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Фильтры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9C04E-0337-40CB-B4A0-57A476C6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диета и время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16E4D-7F1E-4DAC-B721-A2C16039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66902-E6E7-4D5D-8412-52FA262E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Кандидаты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0027BC-FC3E-439D-88CC-0E8AC064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 и данные рецепта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910E0F-19EB-42F3-8B3A-798AD69C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0A3CD-D394-46C9-99F1-2696B007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Планировщик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7FCD89-CA79-43BE-95D6-9B7EA6AC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выбирает только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195FB5-B7B9-4C18-B213-87056F40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Ограничение MVP: цены синтетические, часть количества хранится в штуках.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38857E-DA2F-4B04-85DB-CE85C55F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Максим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A7D5ED-B5B5-4DDA-8ABB-B4D15AF4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046195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D24C5-29D8-48B5-95C2-5E62AAC29BAA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82015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FE7DD"/>
            </a:solidFill>
            <a:prstDash val="solid"/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7C1FF-467B-405E-8131-A16BA2F8A91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0550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551460-E427-47E8-941E-95788ACEB17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1940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BDB302-4B6C-41B0-A373-8BF8C884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3 · ПЛАНИРОВЩИК МЕНЮ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4D56D-A575-4FE6-A313-DC873A7A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Модель выбирает, но не считает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8F3EE-1E33-4EEB-923C-4C2CA3FA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Строгий контракт ограничивает модель списком допустимых рецептов.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8F35F-D17F-4319-8927-A347888A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209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B16E9-DA4B-4C2C-ACB6-8DF56218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ID кандидатов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4A8BB-84E3-416E-9F4E-67D090C9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 и название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7552-40C6-4624-88C4-810907D8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66950"/>
            <a:ext cx="22669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0BB7A9-4010-47A7-AC5D-0603D00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00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A0723-6B73-46F6-ACD4-B475CF06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72415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структурированный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83E23-2531-4BBB-9581-62DBFC67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66950"/>
            <a:ext cx="209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847BEB-617D-4E89-AB2F-E2E3504C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 схемы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7E14D-686C-4B0D-A378-8FC9F8F3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241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Pydantic и допустимые 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20666-C69D-4AD1-AB96-74271C48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66950"/>
            <a:ext cx="1828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23250-3D65-412C-B621-0C2A46CE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4003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Меню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16D88-C089-4738-9C6B-34929CB6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600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блюда × день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9179B-A721-4CFA-9C62-EA329EC9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5286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7F7F5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6438CE-5026-4A68-B444-BCB5D57D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{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"days": [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  {"day": 1, "lunch_id": 42, "dinner_id": 87}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]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C1B2C6-D545-4B4F-9E41-9BE64214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Три защиты от ошибок модели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7FC4E4-C405-4CF6-BFF5-E1BD0CB8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910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A7883-61E8-4991-9421-23A347D1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0530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неизвестные ID отклоняются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656D6B-FEF7-4B9B-B8CB-632084A0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86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ABBFAA-C43D-4DDC-A28B-A0C9E2E4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800600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некорректный JSON запрашивается повторно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34FCA6-5CF2-4938-AA16-5E929C38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76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AA8F7-F566-4784-931A-BD35B352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391150"/>
            <a:ext cx="4438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при сбое выбираем только из кандидатов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0CD7DA-71BA-4468-BABC-52D373A7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Рита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05BA1-6981-45C3-926B-49A5889B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32804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86708-38A8-4529-B0AF-069BB6925C1F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14400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F57F33-6A52-40E1-BBEB-CEA80D9464F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7695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9BB93E-2026-496E-9C07-E2A59C2095B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0990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DD89A-158C-4603-B2DB-F29DBE9B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4 · КОРЗИНА И 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F1295-1925-4BC0-9F69-AA72A35E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Факты проверяет Python, рекомендации даёт Gemini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73530-0F0A-49D5-8D53-ABE2269A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Модель получает найденные нарушения и предлагает, как пересобрать меню.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36372-B96E-4383-BB8F-E04C65B1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CB7FA-20E7-4BD2-A72C-576A562D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Расчёт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E0AEE-9392-42F6-AA1F-8C84E75F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порции, запасы и цены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8C9F6-A3C8-4B64-ABB1-30B27F8A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E4BE1-DFA3-4559-A540-578FB10E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81F75-497F-42D3-B80C-3C4D089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бюджет, диета, единицы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540AC-4F9D-443C-BBC8-6759FB9F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0A41D-3B56-4399-BE20-E34A2ED1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Рекомендация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4727D-DAA1-4183-BB2E-5C639CD5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 не меняет факты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AD785-BEB7-47EB-AC1F-3E7A7406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266950"/>
            <a:ext cx="1504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6672F0-B55E-4610-9FA4-7B619F22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003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Повтор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9B9035-E156-4272-8D17-862EC8AB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24150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ещё 1 попытка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C7EC57-9251-4AEC-A706-AE56FF7C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Источник истины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03191-8D15-46AE-B986-624EF6E3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20E32-602B-462E-812D-64752FC7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стоимость и оценённая часть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28E60F-F3AD-4932-A3DE-38F6E32C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846A8B-309C-4B2E-9716-AD6AACDC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итог и список нарушений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852869-D5F5-4457-A79F-82B78199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3AC8F8-E26C-4F52-A9D4-6213984E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76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неизвестная цена не заменяется нулём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497A10-8BA9-4C96-BD59-0FD58B4D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49530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D35191-7029-44D8-895A-D606465C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4305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Нарушение: бюджет превышен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Python: стоимость 31 CU при бюджете 25 CU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Gemini: выбери более дешёвые рецепты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Итог: планировщик получает рекомендацию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F4602F-5453-4D71-9BA1-75AA1E85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Александра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1BFE66-2972-4535-BADF-689F139F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739339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1F8FB5-B2B0-4E56-8F2F-C0074FFA74FB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10" idx="2"/>
          </p:cNvCxnSpPr>
          <p:nvPr/>
        </p:nvCxnSpPr>
        <p:spPr>
          <a:xfrm xmlns:a="http://schemas.openxmlformats.org/drawingml/2006/main" flipH="1" flipV="1">
            <a:off x="4886325" y="3314700"/>
            <a:ext cx="2924175" cy="1390650"/>
          </a:xfrm>
          <a:prstGeom xmlns:a="http://schemas.openxmlformats.org/drawingml/2006/main" prst="bentConnector4">
            <a:avLst>
              <a:gd name="adj1" fmla="val 77524"/>
              <a:gd name="adj2" fmla="val 83562"/>
            </a:avLst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4CAEC-3F12-492F-B4B7-8F47D8F170D4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810375" y="3314700"/>
            <a:ext cx="1809750" cy="9334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272B5E-E94D-4BBC-B622-87C329F7A614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620000" y="2857500"/>
            <a:ext cx="2095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FE7DD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A86875-6939-4924-9D91-2C66ACBDE217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007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10362C-28DC-474E-BDDB-3EBECF4DB14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719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7DE650-6DFD-4007-90D2-1E66F40D36C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9431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A7B0F6-D857-47D9-8AD0-E156B36B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 · 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000CF-D190-4937-A886-D58ED2B0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Короткий управляемый цикл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D75CF-00B0-4295-933C-3DFF1572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Две роли Gemini, один детерминированный контроль и максимум две попытки.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B76E5-54BF-4BD9-9AFA-EEBAE8E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90F1D-ADA9-4ACA-A2D7-EEAB4FB6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Запрос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75E3A-D236-4527-B80E-568FE77A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бюджет · диета · время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677CE-50BD-49E5-A3F7-14C2F756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7E2AE-2595-4754-9B6B-C33F7A64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1A2AA-6C84-4C79-8BD4-E12953C8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жёсткие фильтры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0E432-74B0-4F3B-AC06-FA0B025A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7F7F2-A321-4DE6-B06F-0518286B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977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Планировщик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4D6553-6CC9-47F6-991D-82FA0ED2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D9DB6-DA6B-41AA-8D82-AB736A76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0030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A326B-5C2C-4E3B-BBB1-B5AB8A1D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336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93C23-3AA2-40CA-9A72-C6F1A76C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575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1E809-10C7-4EB1-937C-D926AEE2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0030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EDFD2A-3177-4691-A5D6-8A5E030A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336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Интерфейс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6C292-AB36-480B-8C35-26B998E7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575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Streamlit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20E089-D3E8-4939-B818-C66F2814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4815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3E7AC6-5ED4-4AC9-9506-B3507CEC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8150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622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Рекомендация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B98BFC-0735-4204-A34A-D55D54E8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053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64A0EB-811D-4E87-8FAA-0C0E4450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90750"/>
            <a:ext cx="742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A917E2-CBEC-483E-B3B8-BEAA174B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38375"/>
            <a:ext cx="514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C3A284-0E95-425D-978E-31CBAEDB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045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C42B32-B6AD-4BD4-8CA4-029B68A6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48075"/>
            <a:ext cx="1123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есть нарушения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62633F-B0C4-400D-94C7-FBCFCB97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Почему без LangGraph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841EBA-D7AB-449C-BF81-E3C228D9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6096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Один условный переход, две попытки, состояние живёт внутри одного запроса. Обычный Python-код короче и легче тестируется.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B9C2E5-4B46-4003-AD47-3F50D5B5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Анастасия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5CDD3A-F61D-4C74-AA86-6CB2FDA6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75492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DB9F69-E3A4-4017-A047-ECEDA00E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6 · ЖИВАЯ ДЕМОНСТРАЦИЯ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BD188-5568-40D9-9A63-5B20CA9A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Показываем нормальный и граничный сценарий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9A948-272B-4A45-8BB6-FB1D58B3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Вверху интерфейса указан режим Gemini 3.5 Flash Lite.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8BCCB-7EA6-4667-97CB-C4DD17F1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524250" cy="417195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3DFB3-ECAD-4B2F-9180-DD7060A068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e8ab8c993040ca"/>
          <a:srcRect xmlns:a="http://schemas.openxmlformats.org/drawingml/2006/main" l="0" t="0" r="0" b="12000"/>
          <a:stretch xmlns:a="http://schemas.openxmlformats.org/drawingml/2006/main"/>
        </p:blipFill>
        <p:spPr>
          <a:xfrm xmlns:a="http://schemas.openxmlformats.org/drawingml/2006/main">
            <a:off x="819150" y="2057400"/>
            <a:ext cx="3257550" cy="3905250"/>
          </a:xfrm>
          <a:prstGeom xmlns:a="http://schemas.openxmlformats.org/drawingml/2006/main" prst="roundRect">
            <a:avLst>
              <a:gd name="adj" fmla="val 3509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A9C07-EC30-4BA3-B10B-8CAA4D08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381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2EC79-88AC-4AB9-8D54-636A66C1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0275"/>
            <a:ext cx="2152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68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 · В РЕАЛЬНОМ ВРЕМЕНИ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9C4ED-2D3D-4A5E-90E8-75862390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5265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3EE6C-DB2D-43C8-98D3-D7FE1200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907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Бюджет 25 CU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40E1D-FDA4-4D1E-B6D1-61646DC2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717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дня · 2 человека · до 30 минут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1C68B4-DD79-4A0A-832E-1B4BFFB5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3850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D19E53-AEDC-47F1-8841-5742051E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766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Показать результат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414C1-DAF1-498D-9579-9C8E395C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576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блюд · корзина · стоимость · проверка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842EB-2D34-48C0-B5EB-A9BA0A92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2435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A650C-1254-4F3B-8F13-555BBCA7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624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Поставить бюджет 0 CU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6ECA-41E2-447B-BF7A-4F50FCC5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7434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превышение бюджета → рекомендация → попытка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6A15A-F6FC-4290-BDF8-5DB47B3E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29250"/>
            <a:ext cx="6096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14EF0E-19DA-4806-A76F-23622BC4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581650"/>
            <a:ext cx="569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Отказ при бюджете 0 — честный результат, а не сбой.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36A53C-D400-46E0-97CC-882CCCA6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Демо · все участники по своей части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5E54D9-5695-4465-A0DE-E34168FD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0856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3BBE7D-5B44-4073-95D3-1004512B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7 · ГОТОВНОСТЬ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03A2E-85AA-40C2-88B6-9154CCFE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Стабильная база для итоговой защиты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7A8B9-4DC5-4087-8918-4027CD9A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Проект воспроизводится локально и честно показывает границы текущих данных.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5478E-7584-4FA5-84E6-33BC7299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>
            <a:def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4200A-AC84-4F4E-8AA7-97E06087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тест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4D8B7-AF7E-46DE-83F6-E4C0EEAC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336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Docker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5B702-7E81-4904-9DFC-C4A8832B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813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готов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A9840-D630-4BAA-B498-5C6D2A52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0D5D6-118F-49A2-B4CA-09D83D52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813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проверен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1C340-9D1D-48DA-94D1-0204C676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336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19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Открытый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4F3AB-0E8E-41CB-881F-54F7AEFE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репозиторий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2F365-DB6F-43B9-AFE0-457DC04C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Ограничения сейчас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58CC9-FA3E-41DB-AB35-3ECAF4E2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28642-0BB2-434F-B43F-3542F684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синтетические цены в CU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B4E46-0AB9-4C4E-B2DE-B0713BD2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030177-4646-437D-85F5-BB7F6891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625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часть единиц — штуки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CC86-2F74-41ED-8D63-A024617B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B3A77C-766C-4325-B5ED-49976054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76850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нет инструкций приготовления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086C5-C8B8-4D47-AA11-39DED53A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Следующий этап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8747C-AB42-4FFF-BD77-14E5BCE4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346F1-B070-4FD1-B735-F075C277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реальные магазинные цены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D64F46-3372-4D75-A636-4F66A651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5F4F50-4562-470D-AFB5-B7E691D9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оценка качества меню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3931A-CC5D-42FC-84BE-C40CBED5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22DCDF-C13C-44D5-AC6A-3B86C3D9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768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публикация и контроль ошибок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6D9504-47C6-4AB8-8451-49C595F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Финал · Анастасия, затем вопросы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8E6E5E-934B-47F9-8337-6427078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49891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2026-10-23T08:43:01.9830000Z</dcterms:created>
  <dcterms:modified xsi:type="dcterms:W3CDTF">2026-10-23T08:43:01.9830000Z</dcterms:modified>
</coreProperties>
</file>