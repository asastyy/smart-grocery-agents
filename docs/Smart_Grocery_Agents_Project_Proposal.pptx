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44d3e7399f4fc9" /><Relationship Type="http://schemas.openxmlformats.org/officeDocument/2006/relationships/extended-properties" Target="/docProps/app.xml" Id="Rf6131c4f645f472b" /><Relationship Type="http://schemas.openxmlformats.org/officeDocument/2006/relationships/officeDocument" Target="/ppt/presentation.xml" Id="R07f6f3dccc7d4f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87650c44e04c93"/>
  </p:sldMasterIdLst>
  <p:notesMasterIdLst>
    <p:notesMasterId xmlns:r="http://schemas.openxmlformats.org/officeDocument/2006/relationships" r:id="R4243ff7c0d824372"/>
  </p:notesMasterIdLst>
  <p:sldIdLst>
    <p:sldId xmlns:r="http://schemas.openxmlformats.org/officeDocument/2006/relationships" id="256" r:id="R3c1e6b4be46147f3"/>
    <p:sldId xmlns:r="http://schemas.openxmlformats.org/officeDocument/2006/relationships" id="257" r:id="R75d7f7936db24633"/>
    <p:sldId xmlns:r="http://schemas.openxmlformats.org/officeDocument/2006/relationships" id="258" r:id="Rf2a8d823cb0d4e9d"/>
    <p:sldId xmlns:r="http://schemas.openxmlformats.org/officeDocument/2006/relationships" id="259" r:id="R3bbdc68e9a4a43b8"/>
    <p:sldId xmlns:r="http://schemas.openxmlformats.org/officeDocument/2006/relationships" id="260" r:id="R5ec6fd642860487b"/>
    <p:sldId xmlns:r="http://schemas.openxmlformats.org/officeDocument/2006/relationships" id="261" r:id="Rb02d43a8bc5443f3"/>
    <p:sldId xmlns:r="http://schemas.openxmlformats.org/officeDocument/2006/relationships" id="262" r:id="R68dbbf6be95e44fa"/>
    <p:sldId xmlns:r="http://schemas.openxmlformats.org/officeDocument/2006/relationships" id="263" r:id="R257d3c7c40204e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88d99509f245c8" /><Relationship Type="http://schemas.openxmlformats.org/officeDocument/2006/relationships/slideMaster" Target="/ppt/slideMasters/slideMaster1.xml" Id="R8987650c44e04c93" /><Relationship Type="http://schemas.openxmlformats.org/officeDocument/2006/relationships/notesMaster" Target="/ppt/notesMasters/notesMaster1.xml" Id="R4243ff7c0d824372" /><Relationship Type="http://schemas.openxmlformats.org/officeDocument/2006/relationships/presProps" Target="/ppt/presProps.xml" Id="R11129921344b4758" /><Relationship Type="http://schemas.openxmlformats.org/officeDocument/2006/relationships/tableStyles" Target="/ppt/tableStyles.xml" Id="R36d542ed433d480e" /><Relationship Type="http://schemas.openxmlformats.org/officeDocument/2006/relationships/slide" Target="/ppt/slides/slide1.xml" Id="R3c1e6b4be46147f3" /><Relationship Type="http://schemas.openxmlformats.org/officeDocument/2006/relationships/slide" Target="/ppt/slides/slide2.xml" Id="R75d7f7936db24633" /><Relationship Type="http://schemas.openxmlformats.org/officeDocument/2006/relationships/slide" Target="/ppt/slides/slide3.xml" Id="Rf2a8d823cb0d4e9d" /><Relationship Type="http://schemas.openxmlformats.org/officeDocument/2006/relationships/slide" Target="/ppt/slides/slide4.xml" Id="R3bbdc68e9a4a43b8" /><Relationship Type="http://schemas.openxmlformats.org/officeDocument/2006/relationships/slide" Target="/ppt/slides/slide5.xml" Id="R5ec6fd642860487b" /><Relationship Type="http://schemas.openxmlformats.org/officeDocument/2006/relationships/slide" Target="/ppt/slides/slide6.xml" Id="Rb02d43a8bc5443f3" /><Relationship Type="http://schemas.openxmlformats.org/officeDocument/2006/relationships/slide" Target="/ppt/slides/slide7.xml" Id="R68dbbf6be95e44fa" /><Relationship Type="http://schemas.openxmlformats.org/officeDocument/2006/relationships/slide" Target="/ppt/slides/slide8.xml" Id="R257d3c7c40204e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95397d781347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96bd339a994754" /><Relationship Type="http://schemas.openxmlformats.org/officeDocument/2006/relationships/notesMaster" Target="/ppt/notesMasters/notesMaster1.xml" Id="R9d0fda6b094d4a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7cbbb759294a3f" /><Relationship Type="http://schemas.openxmlformats.org/officeDocument/2006/relationships/notesMaster" Target="/ppt/notesMasters/notesMaster1.xml" Id="Rc83d6e52674349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2b3b767c12474d" /><Relationship Type="http://schemas.openxmlformats.org/officeDocument/2006/relationships/notesMaster" Target="/ppt/notesMasters/notesMaster1.xml" Id="R92ad6e7305b742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22a53f8bb494a" /><Relationship Type="http://schemas.openxmlformats.org/officeDocument/2006/relationships/notesMaster" Target="/ppt/notesMasters/notesMaster1.xml" Id="R23bcadc6964a4f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1c3b52e4c74a8b" /><Relationship Type="http://schemas.openxmlformats.org/officeDocument/2006/relationships/notesMaster" Target="/ppt/notesMasters/notesMaster1.xml" Id="R329b8b930ebf4e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77194158a044ba" /><Relationship Type="http://schemas.openxmlformats.org/officeDocument/2006/relationships/notesMaster" Target="/ppt/notesMasters/notesMaster1.xml" Id="R5782692c72e549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32b7b0697d4cf0" /><Relationship Type="http://schemas.openxmlformats.org/officeDocument/2006/relationships/notesMaster" Target="/ppt/notesMasters/notesMaster1.xml" Id="Rb1ce84891b3240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fb271d7d074e53" /><Relationship Type="http://schemas.openxmlformats.org/officeDocument/2006/relationships/notesMaster" Target="/ppt/notesMasters/notesMaster1.xml" Id="R68af34625e8b43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https://www.kaggle.com/datasets/shuyangli94/food-com-recipes-and-user-interactions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https://github.com/asastyy/smart-grocery-agents и https://github.com/AlgazinovAleksandr/LLM-Agents-Course/blob/main/GROUP_PROJECT.md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0e120dd594a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6cc787d4f4d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e840fb98947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e551454164f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09777262e49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5ebf9c7d348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B0ABD7-5E9B-4E50-BCCE-BB5368B19D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36D732-B797-411D-9AE7-F2D5B811A3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632760-F1B6-4EFB-9064-CFE5A5F4A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28CAF6-1D1F-40E3-ACC4-8C4DE2B38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6D3904-C6ED-43AB-9353-93CA0C133F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E98106-0B2A-4AD4-932B-F9EE6A1168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04FB17-F50D-4698-8514-D6F8E58054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999B37-4DBC-458B-9AB1-55B53F7999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570C4A-D4FA-4676-9DFD-A6B15C5C58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7BAFC0-8176-4DA9-A0F1-B55AF2E99F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0512e1ea86472d" /><Relationship Type="http://schemas.openxmlformats.org/officeDocument/2006/relationships/slideLayout" Target="/ppt/slideLayouts/slideLayout1.xml" Id="R38e4b29eddd94bbf" /><Relationship Type="http://schemas.openxmlformats.org/officeDocument/2006/relationships/slideLayout" Target="/ppt/slideLayouts/slideLayout2.xml" Id="Rd9afef0c1dc64718" /><Relationship Type="http://schemas.openxmlformats.org/officeDocument/2006/relationships/slideLayout" Target="/ppt/slideLayouts/slideLayout3.xml" Id="Rcd6f97c972e14ff3" /><Relationship Type="http://schemas.openxmlformats.org/officeDocument/2006/relationships/slideLayout" Target="/ppt/slideLayouts/slideLayout4.xml" Id="R7803f5b43e9442ea" /><Relationship Type="http://schemas.openxmlformats.org/officeDocument/2006/relationships/slideLayout" Target="/ppt/slideLayouts/slideLayout5.xml" Id="Ra518a7c0b7f641fa" /><Relationship Type="http://schemas.openxmlformats.org/officeDocument/2006/relationships/slideLayout" Target="/ppt/slideLayouts/slideLayout6.xml" Id="R6cc0d76cc63040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e4b29eddd94bbf"/>
    <p:sldLayoutId xmlns:r="http://schemas.openxmlformats.org/officeDocument/2006/relationships" id="2147483650" r:id="Rd9afef0c1dc64718"/>
    <p:sldLayoutId xmlns:r="http://schemas.openxmlformats.org/officeDocument/2006/relationships" id="2147483651" r:id="Rcd6f97c972e14ff3"/>
    <p:sldLayoutId xmlns:r="http://schemas.openxmlformats.org/officeDocument/2006/relationships" id="2147483652" r:id="R7803f5b43e9442ea"/>
    <p:sldLayoutId xmlns:r="http://schemas.openxmlformats.org/officeDocument/2006/relationships" id="2147483653" r:id="Ra518a7c0b7f641fa"/>
    <p:sldLayoutId xmlns:r="http://schemas.openxmlformats.org/officeDocument/2006/relationships" id="2147483654" r:id="R6cc0d76cc63040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6005d21804fb3" /><Relationship Type="http://schemas.openxmlformats.org/officeDocument/2006/relationships/image" Target="/ppt/media/image.jpeg" Id="Rbcb086c294114fab" /><Relationship Type="http://schemas.openxmlformats.org/officeDocument/2006/relationships/notesSlide" Target="/ppt/notesSlides/notesSlide1.xml" Id="Rbebe2e877d944d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77748d68c449f" /><Relationship Type="http://schemas.openxmlformats.org/officeDocument/2006/relationships/notesSlide" Target="/ppt/notesSlides/notesSlide2.xml" Id="R64ec7f91979643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96acbc8044a48" /><Relationship Type="http://schemas.openxmlformats.org/officeDocument/2006/relationships/notesSlide" Target="/ppt/notesSlides/notesSlide3.xml" Id="Rdd94d825ea0047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c96bacaee437a" /><Relationship Type="http://schemas.openxmlformats.org/officeDocument/2006/relationships/notesSlide" Target="/ppt/notesSlides/notesSlide4.xml" Id="R4007ac7b19de40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cdb36bbd645b4" /><Relationship Type="http://schemas.openxmlformats.org/officeDocument/2006/relationships/notesSlide" Target="/ppt/notesSlides/notesSlide5.xml" Id="R0839a292039341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a93d825114f2e" /><Relationship Type="http://schemas.openxmlformats.org/officeDocument/2006/relationships/notesSlide" Target="/ppt/notesSlides/notesSlide6.xml" Id="R415bc510b65f4e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314c3bfbcf4930" /><Relationship Type="http://schemas.openxmlformats.org/officeDocument/2006/relationships/image" Target="/ppt/media/image2.jpeg" Id="Rc2f5a04e348a4cde" /><Relationship Type="http://schemas.openxmlformats.org/officeDocument/2006/relationships/notesSlide" Target="/ppt/notesSlides/notesSlide7.xml" Id="Re8189855cc604a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c21a320ab140cb" /><Relationship Type="http://schemas.openxmlformats.org/officeDocument/2006/relationships/notesSlide" Target="/ppt/notesSlides/notesSlide8.xml" Id="Rad436e31118846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62A9F-F492-4870-85AC-B289E758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EC2EE-30ED-4149-BD46-A8379447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2400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27620-E672-4824-8E1A-A832CD35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2171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ЗАЩИТА ПРОЕКТА ·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C42F7-A808-4806-A67E-A389F31E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572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Smart Grocery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79918-4133-44BE-A6EF-C75B02EF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Меню и корзина по запасам, бюджету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и ограничениям питания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CBECC-E381-4209-9164-417C0807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26919-BA5A-4785-BAFB-7E3049F9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609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Сергеева Анастасия Вадимовна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Федорова Александра Вадимовна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Уразметова Маргарита Руслановна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Афонин Максим Константинович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1799C-4F91-412D-B565-29A895A3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0050"/>
            <a:ext cx="3124200" cy="60579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5E44F-8A63-43BD-8295-2FA117CEA9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086c294114fab"/>
          <a:srcRect xmlns:a="http://schemas.openxmlformats.org/drawingml/2006/main" l="0" t="2000" r="0" b="2000"/>
          <a:stretch xmlns:a="http://schemas.openxmlformats.org/drawingml/2006/main"/>
        </p:blipFill>
        <p:spPr>
          <a:xfrm xmlns:a="http://schemas.openxmlformats.org/drawingml/2006/main">
            <a:off x="8096250" y="552450"/>
            <a:ext cx="2857500" cy="57531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</p:spTree>
    <p:extLst>
      <p:ext uri="{BB962C8B-B14F-4D97-AF65-F5344CB8AC3E}">
        <p14:creationId xmlns:p14="http://schemas.microsoft.com/office/powerpoint/2010/main" val="433871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2A3CB-DE9E-4922-A538-53E8B83512A7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6191250" y="3657600"/>
            <a:ext cx="1333500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DDEFE8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A2A26E-F5AF-4068-84CE-F09372EF1FC3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191250" y="2952750"/>
            <a:ext cx="1333500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BD5E1"/>
            </a:solidFill>
            <a:prstDash val="soli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BCA628-7B81-496C-9836-8B23E6B5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1 · ПРОБЛЕМА И РОЛЬ LLM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F7406-8CEB-4162-A590-DECEAC2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Меню должно учитывать все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CD431-7882-4F76-B3E6-D2ABE2B7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Запасы, бюджет, питание, время, число дней и людей.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25FDD-0689-4D4F-A10E-AC98388C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82677-E7FD-4287-B4EE-D52AA0FB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Запасы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C1A3A-9E53-4B72-B618-BC0DA95D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что уже есть дома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87751-64A3-443D-B996-3721A1E3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790F1-760A-494E-B9CC-8B7AFC52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Бюджет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FFFB4-81CA-4B67-BA35-59BD7C38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765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сколько можно потратить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964C3-E7D8-46BD-9356-8BE32EC2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E9C03-2DE1-4300-956D-0C80188E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Диета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E8CCA-EB56-430B-979C-28EE5C4D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95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что допустимо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0E4B7-2C0F-4D41-A60D-1048202E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81A5A-9AB5-4836-B1D2-6149F00D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D56AC-BDDA-4DEF-96E4-970AAE3F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624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сколько готовить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1552C-20EE-443A-8DAD-22219DFA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2D86C-E939-42FC-8033-6AFA46EC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Люди и дни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AC30C-04BD-4AB5-A179-3443B4C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054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сколько порций нужно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75D812-3827-4F46-A750-DD504D29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58F46-CE21-4549-8B51-9CDB94FE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14600"/>
            <a:ext cx="168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Поиск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0BDFB-DF22-49BE-A1A3-FBE56125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38450"/>
            <a:ext cx="1724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отсекает неподходящее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08D1B-60CB-44CD-8522-5A1FB2A0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2430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092C2-FCEE-4C1F-8141-42D6F452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168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EEABC7-B990-4D6D-AD2E-383A636A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381500"/>
            <a:ext cx="1724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собирает и пересматривает меню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CD5D9-23F6-4B6B-A974-6DC98457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3B692-79AE-4713-A942-D1123D6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Меню + корзина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1700EC-907B-4796-9285-9147704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57550"/>
            <a:ext cx="3009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6 приёмов пищи, стоимость, проверка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C315DA-44C5-4025-B52A-C1B76AFB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72050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5F4BEB-BF17-4226-9B63-4CE77C6E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19675"/>
            <a:ext cx="1724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Python считает факты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B48C2B-9A08-40D0-AA4C-9B9DEADF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72050"/>
            <a:ext cx="20669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F21AEB-BB3D-498D-925F-7153D11A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19675"/>
            <a:ext cx="1838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Модель составляет меню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6BAF99-64B6-488E-81A7-FA46EEE9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91566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65495-46DA-4607-A0F6-F370B65BBAE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496300" y="4419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DEFE8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10FAC-4BA6-4367-A377-9F269D471F1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695950" y="4419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6F5B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C6EC1-B0B7-47ED-A90E-2272DC0C2A1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95600" y="4419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6F5B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8555A-F132-46C0-B9F8-EA5035FF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2 · ДАННЫЕ И ПОИСК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48572-531C-4345-B2C7-76E5D21C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Поиск отбирает допустимые рецепты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21277-1625-4DCD-9EE5-D470633E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Модель получает готовый список кандидатов вместо всего каталога.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94837-013D-4589-A872-CA60376F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E5474-3AA7-45CB-896A-053CA409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рецептов Food.com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5B99B-C350-4EA2-BCA9-F6DF53D6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D472F-AC40-4523-A0D7-7977CC1B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ингредиента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69628-9DF8-4497-9F71-7EED10AE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383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6EF8D-FBEC-4074-955C-FFCC1DC0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76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демо-цены в CU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E5FE3-AD21-4887-88C0-C1C3434A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423CC-36E8-47A4-9A4B-9C68487A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Нормализация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727E3-84D7-434A-863F-7DA8C1EC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единые названия и единицы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C13CC-5501-4B73-AE61-C3AEE823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D2CBA-D8B2-4F1E-A377-6D6180E6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195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Фильтры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81B37-A994-4D48-BE4B-76E86251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434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диета и время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EE789-8CFE-43A4-ACE0-E47D03E4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0E412-23E5-4A03-A425-76AA1236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Кандидаты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BAE67-5A12-427B-A100-AF2C3E81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434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ID и данные рецепта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B1AB4-31DA-4A32-8292-1A32969E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8620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FE64DB-47D6-438B-BECC-56213862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195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Планировщик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2B765-DA04-41C6-BBB5-D5B8572D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434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выбирает только 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78FEB-21B0-44C2-8170-60A1D80A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Ограничение MVP: цены синтетические, часть количества хранится в штуках.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674FF0-DC12-4437-A406-D12D7AE0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8205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9817E-15A9-4205-9A24-626B50C5413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7527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FE7DD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AC17B-7C50-4813-AA1D-A69F98FB4F1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05500" y="27527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DEFE8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B4622-2818-47E8-BFDB-59D9E458C47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19400" y="27527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6F5B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F1CC0-2CAD-4D4F-B127-250C9BF9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3 · ПЛАНИРОВЩИК GEMINI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BB83F-7F2E-4C35-8E81-7CF428FA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Gemini составляет меню из кандидатов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8C2F1-1E3A-4FE5-832A-4FA91BC4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Ответ проходит проверку схемы и допустимых 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15D01-18F1-4843-B15C-EEA33327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095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46D6F-E7A5-4285-A7B8-63CA2DBD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ID кандидатов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42F93-3B86-4202-8C7E-50909723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ID и название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68ADE-8BD2-447B-AB15-8B843B9D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2266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ACCE9-60B2-4FFC-AF14-079F6D65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0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9183D-CF69-4C0B-8DE7-0ADF2FFF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структурированный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A636B-C0D8-4F7C-9C37-5401DA77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095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81C5F-5736-4F67-A3F7-01BDCECA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Проверка схемы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7A0EC-A6EC-4638-BA06-5B014A13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Pydantic и допустимые 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737A5-EB80-4346-8431-B173BC0D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66950"/>
            <a:ext cx="18288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FE7DD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58077-26A2-4F0F-A48B-83546E3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003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Меню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0EEC2-8F0F-4838-9D9C-E38D2551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241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2 блюда × день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1831D-E6C2-44A9-AC3F-4C3AD736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286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DE836-7997-4D51-A3AC-3ABB7B55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 "days": [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   {"day": 1, "lunch_id": 42, "dinner_id": 87}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 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7A358-7CFB-4AB9-9333-7C8B117B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Контроль ответа модели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0337B6-7842-4049-A8D7-6A6AEBE5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91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07845-E4F2-4E67-B477-81110C8C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неизвестные ID отклоняются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98FE6-CBEC-4508-8EEE-5A23449A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86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A6C7A-AD18-4350-AE34-4A74877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006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некорректный JSON запрашивается повторно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03FFC-3D0D-493E-B886-26023566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C0092-844C-4F22-BE8D-7546CAD2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91150"/>
            <a:ext cx="443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 сбое выбираем только из кандидатов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BB4FD7-863C-44E9-A44D-915298FA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526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9DC4B-956C-46BF-9162-5A48A90518F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144000" y="27622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3E7D2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5F92E-F864-4579-B561-0F090764E96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76950" y="27622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DEFE8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4E6EE-42AC-4D8B-8F81-09F210FDB1C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09900" y="27622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6F5B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E0DA01-1D3C-4836-929D-467F0AAC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4 · КОРЗИНА, ПРОВЕРКА И КРИТИК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31C6F-2E4A-4EAA-A35D-2873CEA2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Python проверяет, Gemini советует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73538-9BB0-4DBA-970F-55687CB7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Критик получает нарушения и возвращает рекомендацию планировщику.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C4DA4-8F2D-457C-9D83-790E7CD0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247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A8AA6-2ABA-4EA0-A791-D9196668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Расчёт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7611B-A0FB-422C-A5E6-808ED082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порции, запасы и цены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FC022-D3E2-435A-9170-7CEE4C2F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66950"/>
            <a:ext cx="2247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C9B64-BF4E-4318-8382-5FB63F85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003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C17A7-EDE9-4AD2-8429-4B30ED40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241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бюджет, диета, единицы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46E6F-5F2A-4D8F-AADE-7AAF7C68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2247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B98A4-A4E2-424F-81FF-E76D9607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003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Рекомендация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77F4E-8953-4DD4-A950-1DBA7F19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Gemini не меняет факты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82245-913B-430A-9274-6E6DC88C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669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E7D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0D54E-F0D5-406C-9668-D5BFF823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00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Повтор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649C8-06E5-481E-BB80-D96D1DE8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241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ещё 1 попытка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8FAFF-61E6-4114-9394-77597B44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Источник истины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E9746D-D490-47CC-8DD4-A5C5C139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FBDFB-9EA3-472C-A5DF-B92E1239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стоимость и оценённая часть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5A2B4-C297-4DAF-9D7B-0F4FB15F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48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7244D-4EC1-4D15-A1E2-D911F8F8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итог и список нарушений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5B178-E35E-4967-8B9D-AA5452A5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1F40F-7282-497F-B83C-D9BCE5C3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неизвестная цена не заменяется нулём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13591D-85C9-48F4-8035-8F0E0525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9530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C5C81-F7D6-4041-9AA1-D145FD29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4305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Нарушение: бюджет превышен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Python: стоимость 31 CU при бюджете 25 CU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Gemini: выбери более дешёвые рецепты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Итог: планировщик получает рекомендацию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801E20-FEB9-436B-BF78-5FE74F52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477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01942-AED2-4A06-BBD1-8D8BBEB74CEC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 flipV="1">
            <a:off x="4886325" y="3314700"/>
            <a:ext cx="2924175" cy="1390650"/>
          </a:xfrm>
          <a:prstGeom xmlns:a="http://schemas.openxmlformats.org/drawingml/2006/main" prst="bentConnector4">
            <a:avLst>
              <a:gd name="adj1" fmla="val 77524"/>
              <a:gd name="adj2" fmla="val 83562"/>
            </a:avLst>
          </a:prstGeom>
          <a:ln xmlns:a="http://schemas.openxmlformats.org/drawingml/2006/main" w="28575">
            <a:solidFill>
              <a:srgbClr val="F3E7D2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32DE7-AFA7-4B19-A843-DFB13284D58D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810375" y="3314700"/>
            <a:ext cx="1809750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F3E7D2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9B87A5-424C-4216-9BE9-C47D0396E30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620000" y="285750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FE7DD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D5E4E-1335-42FE-B222-3EDEDCE1082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00700" y="28575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DEFE8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25A88-6A2A-467E-9A2B-FF0143E707F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771900" y="28575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DEFE8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C7E07-2351-4C4B-8755-9300DA8FFDE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43100" y="28575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6F5B"/>
            </a:solidFill>
            <a:prstDash val="soli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2E7304-8B70-466B-AB77-5690AC24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5 · АРХИТЕКТУРА И ИНСТРУМЕНТЫ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70D09-86FD-4DAA-977A-0F1A7F62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Короткий цикл с одной повторной попыткой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EFCC7-F670-447F-860A-A9CCCFB6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Gemini планирует и советует, Python проверяет результат.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20125-F9B9-4F46-9375-B27221E9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08AF3-34FC-49B5-95A0-FE3C59E2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Запрос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26927-821F-4F37-AAC2-CD55C17F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бюджет · диета · время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DBF62-6CE7-4F3E-AB9D-F7D7BF09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0030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B069C-6B96-49D3-8843-7C2D6CC6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Поиск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207BE-FE6B-4FA2-8389-0E69392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жёсткие фильтры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8EAD0-9BEF-4DF1-A6DD-E0DA9516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683AA-063E-4239-A055-FB728230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977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Планировщик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3E6B9-60E3-45A8-9021-AE38D09C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784E6-FF04-4707-BF1F-0CA44523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1619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56FDE-E119-4042-828B-C0DD4437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59C55-AC8E-44D9-8618-02C833F3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55757-3937-4D4C-A6D8-4ABE2861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00300"/>
            <a:ext cx="1619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FE7DD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82575-081B-459C-A548-F91AF13E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336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Интерфейс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97D07-50AD-4852-BD51-ECE4D85E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575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F2471-2294-47CE-80F5-A4957983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1619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7D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4A93D-B36B-4D1E-A0D9-83AC3B58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815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622"/>
          </a:bodyPr>
          <a:lstStyle xmlns:a="http://schemas.openxmlformats.org/drawingml/2006/main">
            <a:def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Рекомендация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D2B2E-4F4C-4313-B316-6BCF494C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2CE0F-6767-4ED0-89CF-9CDB5D6B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742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84E3A7-5C3B-4706-8E91-F7D5F968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6998A7-4AEC-4CE5-A6B7-873755E4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04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CEED7F-EC4E-495C-81A9-D8C1447C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48075"/>
            <a:ext cx="1123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есть нарушения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8AE873-A346-478B-BF92-5B83AC23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Почему обычный Python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8B9000-4115-4247-8B81-D46BA2B4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609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В цикле один переход и максимум две попытки. Отдельный граф усложнил бы код без пользы для MVP.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7987C3-CD36-419C-958A-EE4338CD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3278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83E63-D8F5-4D62-8B44-E829596C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6 · ЖИВАЯ 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9BF22-1985-4F5D-BFFD-D6BCE795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Два сценария работы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C4B95-8CDE-4399-B8A3-923D5B68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Обычный бюджет и случай, когда допустимое меню не найдено.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D435C-0EAA-4470-ADA4-444614D6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524250" cy="41719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CA80D-4892-4ADD-8918-6C0B11CE0C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5a04e348a4cde"/>
          <a:srcRect xmlns:a="http://schemas.openxmlformats.org/drawingml/2006/main" l="0" t="0" r="0" b="12000"/>
          <a:stretch xmlns:a="http://schemas.openxmlformats.org/drawingml/2006/main"/>
        </p:blipFill>
        <p:spPr>
          <a:xfrm xmlns:a="http://schemas.openxmlformats.org/drawingml/2006/main">
            <a:off x="819150" y="2057400"/>
            <a:ext cx="3257550" cy="39052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AD172-9D7E-4D14-8EC2-2134AB6F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0935A-251B-4D79-90F5-34EADB63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GEMINI · ПОДКЛЮЧЁН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6F25B-C7C3-4E87-8E9F-3369A4D8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C0194-B683-4193-8E40-80E6071C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Бюджет 25 CU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E095C-C0E8-43F8-BF4B-FF25D707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3 дня · 2 человека · до 30 минут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5FD7D-2677-4400-B6BB-60F69F22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46F38-356A-4715-B5AC-46E1737B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766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Показать 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A905A-41BB-45EA-AA15-AB31A0E4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57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6 блюд · корзина · стоимость · проверка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D295E-B328-4BF8-A951-8D2CE82B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2435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91B1D-DA7E-4BB1-898E-3264DFF5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62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Поставить бюджет 0 CU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C6875-BA0A-47E0-BBDF-A7FB20EA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превышение бюджета, рекомендация, вторая попытка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7B4F4-9ACA-45BE-86CE-3FB840CF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09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D9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44E5D-1174-4429-AD7D-7F496667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81650"/>
            <a:ext cx="569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 бюджете 0 система сообщает, что меню не найдено.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710AC-D3F0-4DA7-8980-204D8667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06537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642BD-33BE-4E7E-B5ED-F1348BAB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7 · ГОТОВНОСТЬ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0F097-18ED-41C4-938D-CE0CB2D9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MVP готов к защите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C76B3-A8C6-4EF8-916D-F0DC4707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Приложение запускается локально, репозиторий открыт и документирован.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09F81-FA38-4896-96F7-2611FC38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>
            <a:defPPr algn="l">
              <a:defRPr sz="45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91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6575B-B5C2-4BA1-8D8A-CB5B2700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91FDB-2364-46CB-BC9F-7F361C1F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336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3C60C-D6A9-4C91-89BC-1996A1F7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81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готов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CFB57-5201-4B73-8C5A-C7136D9E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336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75309-0CA9-457E-92BA-366EBC0F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38C84-CDF7-481B-AFE5-766E1D85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336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19"/>
          </a:bodyPr>
          <a:lstStyle xmlns:a="http://schemas.openxmlformats.org/drawingml/2006/main">
            <a:def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Открытый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EBEDD-491F-4F39-B546-8FC5D080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D21FA-0C67-4E33-B68D-AEFE487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Ограничения сейчас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98690-0E6C-41FC-948C-49D8E41B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C4944-8365-47A7-9413-D8D5621B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синтетические цены в CU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5DC84-1179-4CCD-9C67-BD890B9C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F9C0B-8CEA-4B56-B313-265B9592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часть единиц — штуки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624F9-B561-40E7-BA33-E49C4CED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A2BE0-0C9B-4926-8F33-E3B22882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нет инструкций приготовления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F52BD-22F0-4E0D-A714-7CEF23E1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F6F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6F5B"/>
                </a:solidFill>
                <a:latin typeface="Arial"/>
                <a:ea typeface="Arial"/>
                <a:cs typeface="Arial"/>
              </a:rPr>
              <a:t>После защиты проекта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0824B-03F2-424A-B4F9-983C6F5F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33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7FD75-1D81-40E9-86F6-F361708B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реальные магазинные цены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D9AF8-946D-4666-9B60-D9114467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48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A3A4E-9E84-4881-AC04-876C7C74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оценка качества меню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C9BEA-9F93-4338-9EAA-7466645E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62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670AF-DC26-45F7-8DE3-4EB821F8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7685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публикация и контроль ошибок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82058-D0A7-4431-9C5E-92B8DAF6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18529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2026-10-23T11:21:58.3510000Z</dcterms:created>
  <dcterms:modified xsi:type="dcterms:W3CDTF">2026-10-23T11:21:58.3510000Z</dcterms:modified>
</coreProperties>
</file>